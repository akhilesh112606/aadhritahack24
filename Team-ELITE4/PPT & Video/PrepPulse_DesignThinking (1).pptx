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EMPATHY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the Student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they? What do they feel?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2423160" cy="1417320"/>
          </a:xfrm>
          <a:prstGeom prst="rect">
            <a:avLst/>
          </a:prstGeom>
          <a:solidFill>
            <a:srgbClr val="DBEAFE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28800"/>
            <a:ext cx="242316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💭  THINK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21284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can't find the right resources"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do I even start?"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"There's too much — no time!"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1828800"/>
            <a:ext cx="2423160" cy="1417320"/>
          </a:xfrm>
          <a:prstGeom prst="rect">
            <a:avLst/>
          </a:prstGeom>
          <a:solidFill>
            <a:srgbClr val="FEF3C7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828800"/>
            <a:ext cx="242316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8288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❤️  FEEL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99232" y="221284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 &amp; anxious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by scattered info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Pressured by exam deadlines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2423160" cy="1417320"/>
          </a:xfrm>
          <a:prstGeom prst="rect">
            <a:avLst/>
          </a:prstGeom>
          <a:solidFill>
            <a:srgbClr val="CCFBF1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383280"/>
            <a:ext cx="24231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832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376732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multiple platforms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classmates for notes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 content the night before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3383280"/>
            <a:ext cx="2423160" cy="1417320"/>
          </a:xfrm>
          <a:prstGeom prst="rect">
            <a:avLst/>
          </a:prstGeom>
          <a:solidFill>
            <a:srgbClr val="FCE7F3"/>
          </a:solidFill>
          <a:ln w="19050">
            <a:solidFill>
              <a:srgbClr val="F9A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3383280"/>
            <a:ext cx="2423160" cy="32918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33832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🗣  SAY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99232" y="376732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wish there was one place"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"Audio &gt; reading long notes"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"Last minute prep is my reality"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73152"/>
            <a:ext cx="3566160" cy="50703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274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USER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594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🎓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669280" y="1188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Last-Minute Studier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760720" y="1645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preparing for exams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limited time left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2240280"/>
            <a:ext cx="2743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2377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Last-minute study behavior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28529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Difficulty finding reliable materials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15000" y="33284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Information overload before exams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15000" y="38039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Resources scattered everywhere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4754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PrepPulse  •  Design Thinking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188720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DEFINE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Defining the Problem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937760" cy="914400"/>
          </a:xfrm>
          <a:prstGeom prst="rect">
            <a:avLst/>
          </a:prstGeom>
          <a:solidFill>
            <a:srgbClr val="0F253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10972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HMW Statement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6184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help students quickly discover reliable academic resources that align with their course requirements?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3774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Last-minute study behavior is the norm among exam-season students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29718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course-aligned materials are hard to locate quickly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 disrupts focus — listening beats reading for speed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4937760" cy="640080"/>
          </a:xfrm>
          <a:prstGeom prst="rect">
            <a:avLst/>
          </a:prstGeom>
          <a:solidFill>
            <a:srgbClr val="0F25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70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553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student patterns  |  </a:t>
            </a:r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resource systems  |  </a:t>
            </a:r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discovery platform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40680" y="73152"/>
            <a:ext cx="3611880" cy="5001768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82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FLOW</a:t>
            </a:r>
            <a:endParaRPr lang="en-US" sz="900" dirty="0"/>
          </a:p>
        </p:txBody>
      </p:sp>
      <p:pic>
        <p:nvPicPr>
          <p:cNvPr id="24" name="Image 0" descr="/home/claude/workflow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502920"/>
            <a:ext cx="3474720" cy="44805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486400" y="48920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PrepPulse  •  Design Thinking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 Pulse - Design Thinking</dc:title>
  <dc:subject>PptxGenJS Presentation</dc:subject>
  <dc:creator>PptxGenJS</dc:creator>
  <cp:lastModifiedBy>PptxGenJS</cp:lastModifiedBy>
  <cp:revision>1</cp:revision>
  <dcterms:created xsi:type="dcterms:W3CDTF">2026-03-12T13:29:26Z</dcterms:created>
  <dcterms:modified xsi:type="dcterms:W3CDTF">2026-03-12T13:29:26Z</dcterms:modified>
</cp:coreProperties>
</file>